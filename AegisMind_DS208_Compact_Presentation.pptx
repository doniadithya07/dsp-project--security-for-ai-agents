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AegisMind: DS-208 Project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Course: Data Security and Privacy (DS-208)</a:t>
            </a:r>
          </a:p>
          <a:p>
            <a:r>
              <a:t>Professor: Dr Girish Revadigar</a:t>
            </a:r>
          </a:p>
          <a:p>
            <a:r>
              <a:t>Team: A. Doni Adithya (23bds007), E. Hari Teja (23bds019), Hari Prasad L. (23bds022), L. Sahith Akash Manikanta (23bds031)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and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Protect AI agent workflows from prompt and tool abuse.</a:t>
            </a:r>
          </a:p>
          <a:p>
            <a:pPr>
              <a:defRPr sz="2000"/>
            </a:pPr>
            <a:r>
              <a:t>Stop injection, unauthorized actions, and data leakage.</a:t>
            </a:r>
          </a:p>
          <a:p>
            <a:pPr>
              <a:defRPr sz="2000"/>
            </a:pPr>
            <a:r>
              <a:t>Deliver auditable, explainable security outcomes.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Frontend -&gt; FastAPI -&gt; Firewall -&gt; Gateway -&gt; DLP -&gt; Response</a:t>
            </a:r>
          </a:p>
          <a:p>
            <a:pPr>
              <a:defRPr sz="2000"/>
            </a:pPr>
            <a:r>
              <a:t>Policy, behavioral, honeypot, and self-healing in execution path.</a:t>
            </a:r>
          </a:p>
          <a:p>
            <a:pPr>
              <a:defRPr sz="2000"/>
            </a:pPr>
            <a:r>
              <a:t>PostgreSQL logs + Redis rate limiting for runtime control.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Prompt Firewall: rule + ML + LLM analysis with risk scoring.</a:t>
            </a:r>
          </a:p>
          <a:p>
            <a:pPr>
              <a:defRPr sz="2000"/>
            </a:pPr>
            <a:r>
              <a:t>Policy Engine: role-based allow/deny and risk budgets.</a:t>
            </a:r>
          </a:p>
          <a:p>
            <a:pPr>
              <a:defRPr sz="2000"/>
            </a:pPr>
            <a:r>
              <a:t>Secure Gateway: strict allow-list and argument validation.</a:t>
            </a:r>
          </a:p>
          <a:p>
            <a:pPr>
              <a:defRPr sz="2000"/>
            </a:pPr>
            <a:r>
              <a:t>DLP: mask or block sensitive outputs.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Adaptive Defense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Behavioral detector tracks suspicious tool usage patterns.</a:t>
            </a:r>
          </a:p>
          <a:p>
            <a:pPr>
              <a:defRPr sz="2000"/>
            </a:pPr>
            <a:r>
              <a:t>Self-healing states: TEMP_COOLDOWN, RESTRICTED_MODE, LOCKDOWN.</a:t>
            </a:r>
          </a:p>
          <a:p>
            <a:pPr>
              <a:defRPr sz="2000"/>
            </a:pPr>
            <a:r>
              <a:t>Honeypot deception traps sensitive probing attempts.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APIs and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POST /agent/execute plus security and audit log endpoints.</a:t>
            </a:r>
          </a:p>
          <a:p>
            <a:pPr>
              <a:defRPr sz="2000"/>
            </a:pPr>
            <a:r>
              <a:t>React dashboard visualizes threats, risk trends, and logs.</a:t>
            </a:r>
          </a:p>
          <a:p>
            <a:pPr>
              <a:defRPr sz="2000"/>
            </a:pPr>
            <a:r>
              <a:t>Quick examples demonstrate safe vs blocked behavior.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Security test run: 13 passed, 3 failed out of 16.</a:t>
            </a:r>
          </a:p>
          <a:p>
            <a:pPr>
              <a:defRPr sz="2000"/>
            </a:pPr>
            <a:r>
              <a:t>Defense logic validates for major attack classes.</a:t>
            </a:r>
          </a:p>
          <a:p>
            <a:pPr>
              <a:defRPr sz="2000"/>
            </a:pPr>
            <a:r>
              <a:t>Pending test fixes: auth assumptions and rate-limit isolation.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Run services, open frontend, paste master key.</a:t>
            </a:r>
          </a:p>
          <a:p>
            <a:pPr>
              <a:defRPr sz="2000"/>
            </a:pPr>
            <a:r>
              <a:t>Execute one safe and three malicious prompts.</a:t>
            </a:r>
          </a:p>
          <a:p>
            <a:pPr>
              <a:defRPr sz="2000"/>
            </a:pPr>
            <a:r>
              <a:t>Show blocked responses and logs in real 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Production key management integration.</a:t>
            </a:r>
          </a:p>
          <a:p>
            <a:pPr>
              <a:defRPr sz="2000"/>
            </a:pPr>
            <a:r>
              <a:t>SIEM connectors and broader adversarial benchmark suite.</a:t>
            </a:r>
          </a:p>
          <a:p>
            <a:pPr>
              <a:defRPr sz="2000"/>
            </a:pPr>
            <a:r>
              <a:t>Frontend feature completion and reporting exports.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Course: Data Security and Privacy (DS-208)</a:t>
            </a:r>
          </a:p>
          <a:p>
            <a:pPr>
              <a:defRPr sz="2000"/>
            </a:pPr>
            <a:r>
              <a:t>Professor: Dr Girish Revadigar</a:t>
            </a:r>
          </a:p>
          <a:p>
            <a:pPr>
              <a:defRPr sz="2000"/>
            </a:pPr>
            <a:r>
              <a:t>Team: A. Doni Adithya (23bds007), E. Hari Teja (23bds019), Hari Prasad L. (23bds022), L. Sahith Akash Manikanta (23bds031)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