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AegisMind: Security Framework for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Course: Data Security and Privacy (DS-208)</a:t>
            </a:r>
          </a:p>
          <a:p>
            <a:r>
              <a:t>Professor: Dr Girish Revadigar</a:t>
            </a:r>
          </a:p>
          <a:p>
            <a:r>
              <a:t>Team: A. Doni Adithya (23bds007), E. Hari Teja (23bds019), Hari Prasad L. (23bds022), L. Sahith Akash Manikanta (23bds031)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 and objective</a:t>
            </a:r>
          </a:p>
          <a:p>
            <a:pPr>
              <a:defRPr sz="2000"/>
            </a:pPr>
            <a:r>
              <a:t>Architecture and technology stack</a:t>
            </a:r>
          </a:p>
          <a:p>
            <a:pPr>
              <a:defRPr sz="2000"/>
            </a:pPr>
            <a:r>
              <a:t>Security modules and pipeline</a:t>
            </a:r>
          </a:p>
          <a:p>
            <a:pPr>
              <a:defRPr sz="2000"/>
            </a:pPr>
            <a:r>
              <a:t>APIs, UI, deployment, testing</a:t>
            </a:r>
          </a:p>
          <a:p>
            <a:pPr>
              <a:defRPr sz="2000"/>
            </a:pPr>
            <a:r>
              <a:t>Demo script, limitations,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Agentic AI can be attacked with prompt injection and role hijacking.</a:t>
            </a:r>
          </a:p>
          <a:p>
            <a:pPr>
              <a:defRPr sz="2000"/>
            </a:pPr>
            <a:r>
              <a:t>Single-layer filtering fails against semantic and chained attacks.</a:t>
            </a:r>
          </a:p>
          <a:p>
            <a:pPr>
              <a:defRPr sz="2000"/>
            </a:pPr>
            <a:r>
              <a:t>Sensitive outputs can leak without runtime DLP and audit controls.</a:t>
            </a:r>
          </a:p>
          <a:p>
            <a:pPr>
              <a:defRPr sz="2000"/>
            </a:pPr>
            <a:r>
              <a:t>Need a defense-in-depth architecture before tool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Secure prompt-to-tool execution in AI workflows.</a:t>
            </a:r>
          </a:p>
          <a:p>
            <a:pPr>
              <a:defRPr sz="2000"/>
            </a:pPr>
            <a:r>
              <a:t>Block malicious intent and unauthorized tool access.</a:t>
            </a:r>
          </a:p>
          <a:p>
            <a:pPr>
              <a:defRPr sz="2000"/>
            </a:pPr>
            <a:r>
              <a:t>Protect sensitive data in transit and at rest.</a:t>
            </a:r>
          </a:p>
          <a:p>
            <a:pPr>
              <a:defRPr sz="2000"/>
            </a:pPr>
            <a:r>
              <a:t>Maintain explainability with logs and security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FastAPI security orchestration engine.</a:t>
            </a:r>
          </a:p>
          <a:p>
            <a:pPr>
              <a:defRPr sz="2000"/>
            </a:pPr>
            <a:r>
              <a:t>Frontend: React dashboard for prompt testing and monitoring.</a:t>
            </a:r>
          </a:p>
          <a:p>
            <a:pPr>
              <a:defRPr sz="2000"/>
            </a:pPr>
            <a:r>
              <a:t>Storage: PostgreSQL for audit and security events.</a:t>
            </a:r>
          </a:p>
          <a:p>
            <a:pPr>
              <a:defRPr sz="2000"/>
            </a:pPr>
            <a:r>
              <a:t>Runtime controls: Redis-backed rate limiting and fallback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 Prompt -&gt; Frontend -&gt; /agent/execute</a:t>
            </a:r>
          </a:p>
          <a:p>
            <a:pPr>
              <a:defRPr sz="2000"/>
            </a:pPr>
            <a:r>
              <a:t>Prompt Firewall (rule, ML, LLM tiers)</a:t>
            </a:r>
          </a:p>
          <a:p>
            <a:pPr>
              <a:defRPr sz="2000"/>
            </a:pPr>
            <a:r>
              <a:t>Agent Reasoner + Secure Tool Gateway</a:t>
            </a:r>
          </a:p>
          <a:p>
            <a:pPr>
              <a:defRPr sz="2000"/>
            </a:pPr>
            <a:r>
              <a:t>Policy + Behavioral + Honeypot + DLP</a:t>
            </a:r>
          </a:p>
          <a:p>
            <a:pPr>
              <a:defRPr sz="2000"/>
            </a:pPr>
            <a:r>
              <a:t>Response + Encrypted audit/security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backend/core: firewall, gateway, policy, dlp, healing, behavioral, honeypot</a:t>
            </a:r>
          </a:p>
          <a:p>
            <a:pPr>
              <a:defRPr sz="2000"/>
            </a:pPr>
            <a:r>
              <a:t>backend/models: API schemas and DB schemas</a:t>
            </a:r>
          </a:p>
          <a:p>
            <a:pPr>
              <a:defRPr sz="2000"/>
            </a:pPr>
            <a:r>
              <a:t>backend/tests: security framework test suite</a:t>
            </a:r>
          </a:p>
          <a:p>
            <a:pPr>
              <a:defRPr sz="2000"/>
            </a:pPr>
            <a:r>
              <a:t>frontend/src: dashboard UI and logging views</a:t>
            </a:r>
          </a:p>
          <a:p>
            <a:pPr>
              <a:defRPr sz="2000"/>
            </a:pPr>
            <a:r>
              <a:t>docker-compose.yml: db, backend, redis, frontend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FastAPI, SQLAlchemy, Pydantic, Uvicorn</a:t>
            </a:r>
          </a:p>
          <a:p>
            <a:pPr>
              <a:defRPr sz="2000"/>
            </a:pPr>
            <a:r>
              <a:t>Security and AI: scikit-learn, httpx, Ollama/Gemini integration</a:t>
            </a:r>
          </a:p>
          <a:p>
            <a:pPr>
              <a:defRPr sz="2000"/>
            </a:pPr>
            <a:r>
              <a:t>Data and crypto: PostgreSQL, Redis, Fernet (cryptography)</a:t>
            </a:r>
          </a:p>
          <a:p>
            <a:pPr>
              <a:defRPr sz="2000"/>
            </a:pPr>
            <a:r>
              <a:t>Frontend: React, Vite, Tailwind, Chart.js, Axios</a:t>
            </a:r>
          </a:p>
          <a:p>
            <a:pPr>
              <a:defRPr sz="2000"/>
            </a:pPr>
            <a:r>
              <a:t>Deployment: Docker and Docker Compose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Authentication and identity verification via headers.</a:t>
            </a:r>
          </a:p>
          <a:p>
            <a:pPr>
              <a:defRPr sz="2000"/>
            </a:pPr>
            <a:r>
              <a:t>Rate limiting at edge to mitigate abuse and DoS.</a:t>
            </a:r>
          </a:p>
          <a:p>
            <a:pPr>
              <a:defRPr sz="2000"/>
            </a:pPr>
            <a:r>
              <a:t>Prompt firewall decision: safe, review, blocked.</a:t>
            </a:r>
          </a:p>
          <a:p>
            <a:pPr>
              <a:defRPr sz="2000"/>
            </a:pPr>
            <a:r>
              <a:t>Secure gateway enforces tool allow-list and validations.</a:t>
            </a:r>
          </a:p>
          <a:p>
            <a:pPr>
              <a:defRPr sz="2000"/>
            </a:pPr>
            <a:r>
              <a:t>DLP scrubbing and event/audit logging for every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Tier 1 rule-based patterns for injection, exfiltration, destructive intent.</a:t>
            </a:r>
          </a:p>
          <a:p>
            <a:pPr>
              <a:defRPr sz="2000"/>
            </a:pPr>
            <a:r>
              <a:t>Base64 blob decoding and malicious marker checks.</a:t>
            </a:r>
          </a:p>
          <a:p>
            <a:pPr>
              <a:defRPr sz="2000"/>
            </a:pPr>
            <a:r>
              <a:t>Tier 2 ML semantic scoring using TF-IDF + Logistic Regression.</a:t>
            </a:r>
          </a:p>
          <a:p>
            <a:pPr>
              <a:defRPr sz="2000"/>
            </a:pPr>
            <a:r>
              <a:t>Tier 3 LLM reasoning for gray-zone prompts.</a:t>
            </a:r>
          </a:p>
          <a:p>
            <a:pPr>
              <a:defRPr sz="2000"/>
            </a:pPr>
            <a:r>
              <a:t>Thresholds: review &gt;= 0.30, block &gt;= 0.60.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Role-based tool allow/deny matrix for researcher, support, admin.</a:t>
            </a:r>
          </a:p>
          <a:p>
            <a:pPr>
              <a:defRPr sz="2000"/>
            </a:pPr>
            <a:r>
              <a:t>Risk budget per role: 0.35, 0.45, 0.75 respectively.</a:t>
            </a:r>
          </a:p>
          <a:p>
            <a:pPr>
              <a:defRPr sz="2000"/>
            </a:pPr>
            <a:r>
              <a:t>Global blocked tools for critical unsafe operations.</a:t>
            </a:r>
          </a:p>
          <a:p>
            <a:pPr>
              <a:defRPr sz="2000"/>
            </a:pPr>
            <a:r>
              <a:t>Unsafe tool chain prevention across recent actions.</a:t>
            </a:r>
          </a:p>
          <a:p>
            <a:pPr>
              <a:defRPr sz="2000"/>
            </a:pPr>
            <a:r>
              <a:t>Human approval required for high or critical risk outside admin.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Tool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Strict tool name and argument schema validation.</a:t>
            </a:r>
          </a:p>
          <a:p>
            <a:pPr>
              <a:defRPr sz="2000"/>
            </a:pPr>
            <a:r>
              <a:t>Allow-listed handlers only (no arbitrary execution path).</a:t>
            </a:r>
          </a:p>
          <a:p>
            <a:pPr>
              <a:defRPr sz="2000"/>
            </a:pPr>
            <a:r>
              <a:t>Behavioral detector checks probing and invocation velocity.</a:t>
            </a:r>
          </a:p>
          <a:p>
            <a:pPr>
              <a:defRPr sz="2000"/>
            </a:pPr>
            <a:r>
              <a:t>Honeypot tools trigger deception and incident actions.</a:t>
            </a:r>
          </a:p>
          <a:p>
            <a:pPr>
              <a:defRPr sz="2000"/>
            </a:pPr>
            <a:r>
              <a:t>Output status: executed, modified, blocked.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Leakage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Patterns detect API keys, passwords, bearer tokens, private keys.</a:t>
            </a:r>
          </a:p>
          <a:p>
            <a:pPr>
              <a:defRPr sz="2000"/>
            </a:pPr>
            <a:r>
              <a:t>PII and financial indicators also detected and masked.</a:t>
            </a:r>
          </a:p>
          <a:p>
            <a:pPr>
              <a:defRPr sz="2000"/>
            </a:pPr>
            <a:r>
              <a:t>Sensitive segments are redacted before response return.</a:t>
            </a:r>
          </a:p>
          <a:p>
            <a:pPr>
              <a:defRPr sz="2000"/>
            </a:pPr>
            <a:r>
              <a:t>Critical findings trigger output blocking.</a:t>
            </a:r>
          </a:p>
          <a:p>
            <a:pPr>
              <a:defRPr sz="2000"/>
            </a:pPr>
            <a:r>
              <a:t>All findings are attached for explainability.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and Self-Healing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Behavioral model tracks per-session tool history.</a:t>
            </a:r>
          </a:p>
          <a:p>
            <a:pPr>
              <a:defRPr sz="2000"/>
            </a:pPr>
            <a:r>
              <a:t>Repeated suspicious activity increases dynamic risk score.</a:t>
            </a:r>
          </a:p>
          <a:p>
            <a:pPr>
              <a:defRPr sz="2000"/>
            </a:pPr>
            <a:r>
              <a:t>Repeated firewall blocks trigger TEMP_COOLDOWN (60s).</a:t>
            </a:r>
          </a:p>
          <a:p>
            <a:pPr>
              <a:defRPr sz="2000"/>
            </a:pPr>
            <a:r>
              <a:t>High-risk behavior triggers RESTRICTED_MODE.</a:t>
            </a:r>
          </a:p>
          <a:p>
            <a:pPr>
              <a:defRPr sz="2000"/>
            </a:pPr>
            <a:r>
              <a:t>Honeypot trigger escalates to CRITICAL_LOCKDOWN.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and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Initial admin agent key generated at first startup.</a:t>
            </a:r>
          </a:p>
          <a:p>
            <a:pPr>
              <a:defRPr sz="2000"/>
            </a:pPr>
            <a:r>
              <a:t>API keys are stored as SHA-256 hashes.</a:t>
            </a:r>
          </a:p>
          <a:p>
            <a:pPr>
              <a:defRPr sz="2000"/>
            </a:pPr>
            <a:r>
              <a:t>Prompt and output data encrypted at rest (Fernet).</a:t>
            </a:r>
          </a:p>
          <a:p>
            <a:pPr>
              <a:defRPr sz="2000"/>
            </a:pPr>
            <a:r>
              <a:t>Missing ENCRYPTION_KEY creates an ephemeral runtime key.</a:t>
            </a:r>
          </a:p>
          <a:p>
            <a:pPr>
              <a:defRPr sz="2000"/>
            </a:pPr>
            <a:r>
              <a:t>Auth headers: X-API-Key and X-Agent-Id.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POST /agent/execute</a:t>
            </a:r>
            <a:br/>
            <a:r>
              <a:t>GET /logs/security</a:t>
            </a:r>
            <a:br/>
            <a:r>
              <a:t>GET /logs/audit</a:t>
            </a:r>
            <a:br/>
            <a:br/>
            <a:r>
              <a:t>Sample request JSON:</a:t>
            </a:r>
            <a:br/>
            <a:r>
              <a:t>{</a:t>
            </a:r>
            <a:br/>
            <a:r>
              <a:t>  "session_id": "demo-session-001",</a:t>
            </a:r>
            <a:br/>
            <a:r>
              <a:t>  "prompt": "Decode Base64 instructions",</a:t>
            </a:r>
            <a:br/>
            <a:r>
              <a:t>  "role": "researcher"</a:t>
            </a:r>
            <a:br/>
            <a:r>
              <a:t>}</a:t>
            </a:r>
            <a:br/>
            <a:br/>
            <a:r>
              <a:t>Sample behavior:</a:t>
            </a:r>
            <a:br/>
            <a:r>
              <a:t>Firewall blocks high-risk prompts with structured reason and matched rules.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Security Playground executes prompts against backend controls.</a:t>
            </a:r>
          </a:p>
          <a:p>
            <a:pPr>
              <a:defRPr sz="2000"/>
            </a:pPr>
            <a:r>
              <a:t>Risk timeline graph from recent security events.</a:t>
            </a:r>
          </a:p>
          <a:p>
            <a:pPr>
              <a:defRPr sz="2000"/>
            </a:pPr>
            <a:r>
              <a:t>Live alerts panel for blocked and modified actions.</a:t>
            </a:r>
          </a:p>
          <a:p>
            <a:pPr>
              <a:defRPr sz="2000"/>
            </a:pPr>
            <a:r>
              <a:t>Audit table with timestamp, action, status, input, output.</a:t>
            </a:r>
          </a:p>
          <a:p>
            <a:pPr>
              <a:defRPr sz="2000"/>
            </a:pPr>
            <a:r>
              <a:t>Master key and session ID persisted locally for continuity.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and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 services with docker-compose up --build -d.</a:t>
            </a:r>
          </a:p>
          <a:p>
            <a:pPr>
              <a:defRPr sz="2000"/>
            </a:pPr>
            <a:r>
              <a:t>Frontend: http://localhost:5173</a:t>
            </a:r>
          </a:p>
          <a:p>
            <a:pPr>
              <a:defRPr sz="2000"/>
            </a:pPr>
            <a:r>
              <a:t>Backend: http://localhost:8000 and /docs</a:t>
            </a:r>
          </a:p>
          <a:p>
            <a:pPr>
              <a:defRPr sz="2000"/>
            </a:pPr>
            <a:r>
              <a:t>Containerized proxy target is backend service hostname.</a:t>
            </a:r>
          </a:p>
          <a:p>
            <a:pPr>
              <a:defRPr sz="2000"/>
            </a:pPr>
            <a:r>
              <a:t>Local development fallback target is localhost.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Executed backend security tests with pytest in Docker.</a:t>
            </a:r>
          </a:p>
          <a:p>
            <a:pPr>
              <a:defRPr sz="2000"/>
            </a:pPr>
            <a:r>
              <a:t>Current result: 13 passed, 3 failed (16 total).</a:t>
            </a:r>
          </a:p>
          <a:p>
            <a:pPr>
              <a:defRPr sz="2000"/>
            </a:pPr>
            <a:r>
              <a:t>Observed failures are in test assumptions and rate-limit isolation.</a:t>
            </a:r>
          </a:p>
          <a:p>
            <a:pPr>
              <a:defRPr sz="2000"/>
            </a:pPr>
            <a:r>
              <a:t>Core attack-blocking and policy controls pass in current run.</a:t>
            </a:r>
          </a:p>
          <a:p>
            <a:pPr>
              <a:defRPr sz="2000"/>
            </a:pPr>
            <a:r>
              <a:t>Next step: stabilize tests by resetting limiter state per test.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Safe prompt: Explain AI in 2 lines -&gt; allowed.</a:t>
            </a:r>
          </a:p>
          <a:p>
            <a:pPr>
              <a:defRPr sz="2000"/>
            </a:pPr>
            <a:r>
              <a:t>2) Ignore previous instructions... -&gt; blocked.</a:t>
            </a:r>
          </a:p>
          <a:p>
            <a:pPr>
              <a:defRPr sz="2000"/>
            </a:pPr>
            <a:r>
              <a:t>3) You are now in admin mode... -&gt; blocked.</a:t>
            </a:r>
          </a:p>
          <a:p>
            <a:pPr>
              <a:defRPr sz="2000"/>
            </a:pPr>
            <a:r>
              <a:t>4) Decode Base64 instructions... -&gt; blocked.</a:t>
            </a:r>
          </a:p>
          <a:p>
            <a:pPr>
              <a:defRPr sz="2000"/>
            </a:pPr>
            <a:r>
              <a:t>Show firewall risk score and matched rules for each.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Improve test isolation and deterministic rate-limit tests.</a:t>
            </a:r>
          </a:p>
          <a:p>
            <a:pPr>
              <a:defRPr sz="2000"/>
            </a:pPr>
            <a:r>
              <a:t>Integrate KMS or Vault for production key management.</a:t>
            </a:r>
          </a:p>
          <a:p>
            <a:pPr>
              <a:defRPr sz="2000"/>
            </a:pPr>
            <a:r>
              <a:t>Add SIEM/webhook export for security event ingestion.</a:t>
            </a:r>
          </a:p>
          <a:p>
            <a:pPr>
              <a:defRPr sz="2000"/>
            </a:pPr>
            <a:r>
              <a:t>Expand frontend tabs (agent and settings) with full functionality.</a:t>
            </a:r>
          </a:p>
          <a:p>
            <a:pPr>
              <a:defRPr sz="2000"/>
            </a:pPr>
            <a:r>
              <a:t>Add benchmark suite for performance and adversarial coverage.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AegisMind provides layered security for agentic AI execution.</a:t>
            </a:r>
          </a:p>
          <a:p>
            <a:pPr>
              <a:defRPr sz="2000"/>
            </a:pPr>
            <a:r>
              <a:t>The framework combines preventive, detective, and adaptive controls.</a:t>
            </a:r>
          </a:p>
          <a:p>
            <a:pPr>
              <a:defRPr sz="2000"/>
            </a:pPr>
            <a:r>
              <a:t>It improves trust with explainable decisions and auditable logs.</a:t>
            </a:r>
          </a:p>
          <a:p>
            <a:pPr>
              <a:defRPr sz="2000"/>
            </a:pPr>
            <a:r>
              <a:t>Designed for DS-208 focus: practical data security and privacy.</a:t>
            </a:r>
          </a:p>
          <a:p>
            <a:pPr>
              <a:defRPr sz="2000"/>
            </a:pPr>
            <a:r>
              <a:t>Thank you. Team: A. Doni Adithya (23bds007), E. Hari Teja (23bds019), Hari Prasad L. (23bds022), L. Sahith Akash Manikanta (23bds031)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